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Retail Demand Forecasting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Promotional Impact Analyzer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finance project built on Apple's FY2025 10-K and FY2025–FY2026 10-Q filings.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multi-model forecasting + AI-drafted commentary, every number reconciled to source.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0972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 for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Financial Analyst, Retail Finance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(req. 200656951-0836)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[Candidate Name]  ·  Drafted from public SEC filings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four pillars of the JD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mapped to a concrete deliverable on real Apple data — not toy datasets.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executive memo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insights surfacing margin lever, China uncertainty, Wearables risk, and forecast judgment calls.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docs/executive_memo.md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6-model ensemble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 across 10 series. Champion model identified per series; bias-corrected forecast with bootstrap CIs.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scripts/forecast_models.py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notebook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narrative explaining the forecast for a non-technical reviewer — the kind of work product Geo Finance partners would consume.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notebooks/02_forecast.py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5468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Innovation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 drafter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98348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+ sentence-scoped number-grounding validator. Catches the cardinal LLM-in-finance failure: confidently inventing numbers.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scripts/generate_commentary.py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foundation: 16 reconciliations to the dollar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in the database ties to a published SEC filing. Build fails with exit code 2 if any check breaks.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parsed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10-K + four 10-Qs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659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5603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observations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quarters × 10 series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659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reconciliations passing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dollar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9659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76656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XBRL .zip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2020824" y="3657600"/>
            <a:ext cx="118872" cy="22860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352044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iXBRL parser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3712464" y="3657600"/>
            <a:ext cx="118872" cy="22860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352044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CSVs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5404104" y="3657600"/>
            <a:ext cx="118872" cy="22860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352044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rot="5400000">
            <a:off x="7095744" y="3657600"/>
            <a:ext cx="118872" cy="22860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52044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+ 6 analytical queries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P&amp;L (segment + product + consolidated)  ·  9 quarters × 10 series  ·  Q4 derived by subtraction (flagged)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walk-forward ensemble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technique dominates. Different models win for different patterns — that's the realistic answer.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Last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y_t+1 = y_t  ·  floor 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y_t+1 = y_t-3  ·  same quarter, prior 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trend on log(y)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trend + seasonality (additive)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L2-regularized lag features + seasonals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GBM on engineered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 on y[:k], predict y[k], expand. 5 backtest predictions per series.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Inverse-MAPE ensemble weights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Models that backtest well get more weight. No model excluded.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 + bootstrap CIs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Residual mean → point shift; demeaned residuals → 80% intervals.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(Q2/Q3/Q4 FY26)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Native multi-step prediction; CI scaled by √h (random-walk approx).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per series — </a:t>
            </a:r>
            <a:pPr indent="0" marL="0">
              <a:buNone/>
            </a:pPr>
            <a:r>
              <a:rPr lang="en-US" sz="12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wins 6/10  ·  Seasonal Naive wins 3/10  ·  CAGR wins 2/10 (Services, Mac).  Best MAPE: Services 1.2%, Wearables 3.8%, Mac 5.0%.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FY2026 forecast across 10 series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forecast quarters per series. Total revenue trajectory ~$120B (Q2) → ~$122B (Q3) → ~$133B (Q4). Confidence bands widen by √h with horizon — Q4 bands are roughly 1.7× Q2 bands.</a:t>
            </a:r>
            <a:endParaRPr lang="en-US" sz="1200" dirty="0"/>
          </a:p>
        </p:txBody>
      </p:sp>
      <p:pic>
        <p:nvPicPr>
          <p:cNvPr id="4" name="Image 0" descr="docs/figures/03_forecast_pan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17320"/>
            <a:ext cx="85953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5 segments  ·  Bottom row: 5 product categories  ·  Three diamonds per panel = Q2/Q3/Q4 FY26  ·  Hover the interactive version (docs/interactive_forecast.html) for exact values per point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commentary, with hallucination guardrails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pipeline. The model never reads the database; it sees only a typed brief. Every number in its output is verified against that brief.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generator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commentary_brief.py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structured JSON from the DB. Three flavors: period-vs-period, year-over-year, forecast-vs-baseline. Computes pattern observations as hints.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737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client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commentary_client.py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697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FP&amp;A persona. 250-350 words, 3-4 paragraphs. Critical constraint: only use numbers from the brief. Dry-run mode if no API key.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Number-grounding validator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commentary_validator.py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Regex-extract every $ and %. Sentence-scoped, entity-aware matching. Catches 'Greater China was $30B' even when $30B exists in the brief for a different entity.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result on Q1 FY26 vs Q1 FY25 commentary: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grounded,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insights for the FY27 planning 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memo in docs/executive_memo.md  ·  Each insight ties to a recommended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is the GM lever, not hardware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shift to Services drove ~75% of FY23→FY25 GM expansion (44.1% → 46.9%). Services FY26 trajectory $31.1B → $31.8B → $32.6B carries the tightest CI in the bundle (~$0.5B).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China: hottest signal, widest band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+37.9% YoY in Q1 FY26 after 4 declining quarters. Forecast trajectory $20.5B → $21.8B → $21.8B; CI band widens $9.7B → $16.9B by Q4. Highest scenario-planning value in the bundle.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decline masks Services ARPU question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-7.1% / -3.6% / -2.2% across FY24 / FY25 / Q1 FY26. Watch and AirPods attach softening matters for LRP customer-LTV math, regardless of the Q4 holiday bounce in the forecast.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63240"/>
            <a:ext cx="73152" cy="1508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trajectory hinges on a $6.3B bias correction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Bias-corrected: $66.1B → $68.4B → $79.9B (+41/53/63% YoY). Raw model is ~$6B lower at every horizon. CI widens $24B → $42B by Q4 — the wider the horizon, the more this single judgment call matters.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insight is highlighted in coral because it's the strongest analyst-judgment call in the forecast.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bundle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schema, 11 tables, build script with reconciliation against 16 control totals.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4008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forecast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base models, walk-forward CV, ensemble + bias correction, Q2/Q3/Q4 FY26 with √h-scaled CIs.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64008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pipeline w/ Anthropic API + sentence-scoped number-grounding validator.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64008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pages, 4 insights, recommended actions for the FY27 planning cycle.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514600"/>
            <a:ext cx="64008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forecast viewer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HTML, hover any point for exact values, toggle base models or CI band.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64008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automated tests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database, 24 forecast (incl. multi-horizon), 21 commentary. All green.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0972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data, and tests reproduce end-to-end from the public SEC filings.  Repository structure mirrors how a Retail Finance team would organize the same workflow internally.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FY26 Read-Through and Q2 Watch Items</dc:title>
  <dc:subject>PptxGenJS Presentation</dc:subject>
  <dc:creator>Apple Retail Finance Portfolio</dc:creator>
  <cp:lastModifiedBy>Apple Retail Finance Portfolio</cp:lastModifiedBy>
  <cp:revision>1</cp:revision>
  <dcterms:created xsi:type="dcterms:W3CDTF">2026-04-28T18:35:02Z</dcterms:created>
  <dcterms:modified xsi:type="dcterms:W3CDTF">2026-04-28T18:35:02Z</dcterms:modified>
</cp:coreProperties>
</file>